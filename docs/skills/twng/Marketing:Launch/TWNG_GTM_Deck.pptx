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Guitar Has a Story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| Pre-Launch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1828800" cy="36576"/>
          </a:xfrm>
          <a:prstGeom prst="rect">
            <a:avLst/>
          </a:prstGeom>
          <a:solidFill>
            <a:srgbClr val="C981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3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 collectors have no dedicated home for their collections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1371600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disappear in feed. Mixed with vacation photos. No organization.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517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55448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insurance. Boring. Private. No community or stories.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6517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5544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 Forums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Discussion-focused. Collection photos buried in threads.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08960"/>
            <a:ext cx="54864" cy="137160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 / eBay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only. Can only show guitars you want to sell.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108960"/>
            <a:ext cx="265176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3108960"/>
            <a:ext cx="54864" cy="137160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Apps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utility tools. No community, no discovery, no sharing.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651760" cy="1371600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combines community, stories, and organization for collectors.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3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TWNG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platform built specifically for guitar collectors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Document. Organize. Showcase. Connect.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28600" cy="2286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galleries with photos, specs, and stories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28600" cy="2286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thousands of guitars from collectors worldwide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28600" cy="2286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and find anything instantly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28600" cy="2286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611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collectors who share your passion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228600" cy="2286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4160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dives on guitar history and collecting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463040"/>
            <a:ext cx="2926080" cy="3200400"/>
          </a:xfrm>
          <a:prstGeom prst="rect">
            <a:avLst/>
          </a:prstGeom>
          <a:solidFill>
            <a:srgbClr val="1E181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TWNG Wins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Community-first, not transaction-first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Story-centric documentation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154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showcase, not text threads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organized home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Celebration, not commerce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3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segments for launch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" cy="54864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Collectors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guitars, deep emotional connection, documents everything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audience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D4A0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Multi-Guitar Owners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guitars, wants to organize and share but needs easy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solidFill>
            <a:srgbClr val="D4A0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audience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48640" cy="548640"/>
          </a:xfrm>
          <a:prstGeom prst="ellipse">
            <a:avLst/>
          </a:prstGeom>
          <a:solidFill>
            <a:srgbClr val="7A6F6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Gear-Documenting Musicians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musicians who want to catalog their tools of trade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645920" cy="365760"/>
          </a:xfrm>
          <a:prstGeom prst="rect">
            <a:avLst/>
          </a:prstGeom>
          <a:solidFill>
            <a:srgbClr val="7A6F6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Collectors already share on Instagram. They just need a better, dedicated home.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Content-first approach: Build audience, then convert to users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19456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 with 50+ curated guitars and collections before launch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920240" cy="219456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6517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on Instagram, YouTube, TikTok drives followers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20240" cy="219456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Outreach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6517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featured your guitar" - flattering, creates content, drives signups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920240" cy="219456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Building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your collection" - wow factor, removes friction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977640"/>
            <a:ext cx="1097280" cy="365760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977640"/>
            <a:ext cx="914400" cy="36576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977640"/>
            <a:ext cx="914400" cy="36576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977640"/>
            <a:ext cx="914400" cy="36576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09560" y="3977640"/>
            <a:ext cx="914400" cy="36576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27432"/>
          </a:xfrm>
          <a:prstGeom prst="rect">
            <a:avLst/>
          </a:prstGeom>
          <a:solidFill>
            <a:srgbClr val="C9813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3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Launch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457200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65960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30+ guitars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65960" cy="45720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1645920"/>
            <a:ext cx="1965960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Instagram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YouTube Shorts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articles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474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seeding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645920"/>
            <a:ext cx="1965960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direct outreach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founding members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74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content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188720"/>
            <a:ext cx="1965960" cy="457200"/>
          </a:xfrm>
          <a:prstGeom prst="rect">
            <a:avLst/>
          </a:prstGeom>
          <a:solidFill>
            <a:srgbClr val="2D2319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66560" y="1645920"/>
            <a:ext cx="1965960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$500-1K Meta Ads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2560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$300-500 Google Ads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474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36576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Audience → Users → Scale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3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Automation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systems working together to acquire and activate users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guitars → Create articles → "We featured you" outreach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463040"/>
            <a:ext cx="1005840" cy="320040"/>
          </a:xfrm>
          <a:prstGeom prst="rect">
            <a:avLst/>
          </a:prstGeom>
          <a:solidFill>
            <a:srgbClr val="5D8C4A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Collections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collectors → Build collection → "We built this" outreach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2148840"/>
            <a:ext cx="1005840" cy="320040"/>
          </a:xfrm>
          <a:prstGeom prst="rect">
            <a:avLst/>
          </a:prstGeom>
          <a:solidFill>
            <a:srgbClr val="7A6F63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27889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→ Distribute to social → Build audience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2834640"/>
            <a:ext cx="1005840" cy="320040"/>
          </a:xfrm>
          <a:prstGeom prst="rect">
            <a:avLst/>
          </a:prstGeom>
          <a:solidFill>
            <a:srgbClr val="7A6F6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834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Nurture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474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sequences → Re-engagement → Conversion nudges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3520440"/>
            <a:ext cx="1005840" cy="320040"/>
          </a:xfrm>
          <a:prstGeom prst="rect">
            <a:avLst/>
          </a:prstGeom>
          <a:solidFill>
            <a:srgbClr val="7A6F63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3520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C9813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&amp; Onboarding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4160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claiming → Profile completion → Activation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4206240"/>
            <a:ext cx="1005840" cy="320040"/>
          </a:xfrm>
          <a:prstGeom prst="rect">
            <a:avLst/>
          </a:prstGeom>
          <a:solidFill>
            <a:srgbClr val="7A6F63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4206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automation cost: ~$200-250/month (Apify + Make.com + Claude API + Email + Social)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3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Targets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500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1,000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1K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2.5K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2024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500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solidFill>
            <a:srgbClr val="1E181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Guitars Documented Per Week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both acquisition (new users) and engagement (users actually using the platform)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KPIs: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retention: 30%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response: 15%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→ claim: 40%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8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Guitar Has a Story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give them a home.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Finalize About page with founder story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Seed platform with 30+ guitars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Launch System A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Begin Instagram content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TWNG Go-To-Market Strategy</dc:title>
  <dc:subject>PptxGenJS Presentation</dc:subject>
  <dc:creator>TWNG Team</dc:creator>
  <cp:lastModifiedBy>TWNG Team</cp:lastModifiedBy>
  <cp:revision>1</cp:revision>
  <dcterms:created xsi:type="dcterms:W3CDTF">2026-01-29T13:38:17Z</dcterms:created>
  <dcterms:modified xsi:type="dcterms:W3CDTF">2026-01-29T13:38:17Z</dcterms:modified>
</cp:coreProperties>
</file>